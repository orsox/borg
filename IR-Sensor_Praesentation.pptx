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3272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IR-Sensor Projektübernahme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CCCCC"/>
                </a:solidFill>
                <a:latin typeface="Calibri"/>
              </a:defRPr>
            </a:pPr>
            <a:r>
              <a:t>Status, Herausforderungen &amp; Vorgehensplan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Präsentation an die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8288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91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Projekt &amp; aktueller Stand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86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Identifizierte Kernprobleme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4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Priorisierte Arbeitsreihenfolge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2900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474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AI-gestützte Entwicklungsmethodik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069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Infrastruktur: Jira &amp; Virtual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1772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663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Team-Unterstützung &amp; Knowledge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21208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257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57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Messaufbau &amp; Feldtests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806440"/>
            <a:ext cx="9601200" cy="5029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852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852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Nächste Schritte &amp; Projektplan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Projekt IR-Sensor — Aktueller Stand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✅ Bereits abgeschlossen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Stakeholder-Anforderungen erfasst (vor Monaten)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KI-gestützte Transformation in Systemanforderungen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Verlinkung der Anforderungen erfolgt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Parallele Vorarbeit an dem Projekt in den letzten Wochen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4 Kernprobleme identifiziert und dokumentiert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C3FF"/>
                </a:solidFill>
                <a:latin typeface="Calibri"/>
              </a:defRPr>
            </a:pPr>
            <a:r>
              <a:t>📋 Projektkontext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Einzelkämpfer-Projekt (kein Team)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Organisationsstrukturen müssen etabliert werden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AI-Entwicklungsmethoden (AI Codex) als Enabler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Ziel: Zuverlässiger IR-Sensor für Außenfeld-Messungen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Hardware: EPC611, STM32L4, IR-LED, LIN-BUS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Identifizierte Kernprobleme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9456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EPC611-Abstürze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94560"/>
                </a:solidFill>
                <a:latin typeface="Calibri"/>
              </a:defRPr>
            </a:pPr>
            <a:r>
              <a:t>Ca. alle 25 Min. → kein Signal mehr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Workaround: Spannung weg, Neustart. Root-Cause muss gefunden werden.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698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67E2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Teilverschattete Flächen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7E22"/>
                </a:solidFill>
                <a:latin typeface="Calibri"/>
              </a:defRPr>
            </a:pPr>
            <a:r>
              <a:t>Sensor-Übersteuerung in Matrix-Bereichen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Keine Messung mehr möglich. IR-LED im Labor reproduzierbar, im Freifeld erwartet.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C40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LIN-BUS / Nachbarschaft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C40F"/>
                </a:solidFill>
                <a:latin typeface="Calibri"/>
              </a:defRPr>
            </a:pPr>
            <a:r>
              <a:t>UART-Zuordnung nach STM32F1→L4 Migration defekt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00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MAX Richter löst parallel. Zeitrahmen: offen.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49240"/>
            <a:ext cx="10698480" cy="10972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CC7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394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Fehlerlogging &amp; EEPROM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15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ECC71"/>
                </a:solidFill>
                <a:latin typeface="Calibri"/>
              </a:defRPr>
            </a:pPr>
            <a:r>
              <a:t>Kein persistenter Fehler-Speicher, kein ordentliches Logging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EEPROM + CAN-Schnittstelle müssen genutzt werden.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1: EPC611-Abstürze (Prio 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  <a:latin typeface="Calibri"/>
              </a:defRPr>
            </a:pPr>
            <a:r>
              <a:t>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Absturz ca. alle 25 Minuten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Nach Absturz: keine Kommunikation mehr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Bisheriger Fix: Spannung trennen → Neustart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Zeigt auf tiefer liegende, systematische Probleme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Erforderliche Maßnahmen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Root-Cause-Analyse (Memory Leak? Watchdog? Hardware?)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Logging-Infrastruktur als Voraussetzung etablieren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Stabile Basis für alle weiteren Messmodi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Zuverlässige Lösung statt Workaround nötig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2: Teilverschattete Flächen (Prio 🟠)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Bei teilverschatteten Bodenflächen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Sensor-Matrix wird in Bereichen übersteuert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Folge: Keine Messung mehr in diesen Bereichen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IR-LED im Labor: Problem nicht zuverlässig reproduzierbar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Annahme: Im Freifeld (Sommer) reproduzierbar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Lösungsansatz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Messaufbau im Außenfeld Kamen erforderlich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Sobald erste Messdaten empfangen werden können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Unterstützung durch Tobias Lippe, Lukas Igges, Lukas Dreier (BaLi)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Adaptive Sensor-Kalibrierung bei Mischlicht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3: LIN-BUS &amp; Problem 4: Fehlerlogging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Calibri"/>
              </a:defRPr>
            </a:pPr>
            <a:r>
              <a:t>⚡ LIN-BUS / Nachbarschaftsproblem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UART-Zuordnung nach STM32F1 → STM32L4 Migration passt nicht mehr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LIN-BUS nur teilweise verfügbar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MAX Richter löst parallel (Zeitrahmen: offen)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📝 Fehlerlogging &amp; EEPROM/CAN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Module müssen Fehler persistent speichern können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EEPROM-Nutzung für Fehlerprotokolle etablieren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CAN-Schnittstelle für Logging-Export nutzen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Voraussetzung für alle Debugging-Aktivitäten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6984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🎯 Arbeitsreihenfolge (Priorisierung)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846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1. Logging-Infrastruktur (EEPROM + CAN) → Fundament für alle weiteren Arbeiten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2. EPC611-Abstürze beheben (erst wenn Logging läuft → Root-Cause analysierbar)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3. Messmodi TIM, Greyscale, UDN → erst wenn Basis stabil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4. Verschattungsproblem → erst wenn Messdaten fließen (Außenfeld Kamen)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5. LIN-BUS → parallel durch MAX Richter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AI-Gestützte Entwicklungsmethodik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0F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C3FF"/>
                </a:solidFill>
                <a:latin typeface="Calibri"/>
              </a:defRPr>
            </a:pPr>
            <a:r>
              <a:t>🤖 AI Codex &amp; AI-Methoden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AI Codex als primäres Entwicklungstool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Automatisierte Code-Generierung &amp; Review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KI-gestützte Anforderungsanalyse (bereits im Einsatz)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Reduzierung manueller Arbeitsschritte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Schnellere Iteration bei Problembehebung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📊 Vorteile der AI-Methodik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Ein-Personen-Projekt effizient bearbeiten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Automatisierte Issue-Erstellung &amp; Tracking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Time-Tracking für Zeitablauf-Analysen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Strukturierte Projektarbeit ohne Team-Overhead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Reproduzierbare Workflows &amp; Dokumentation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Infrastruktur: Jira Board &amp; Virtual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0F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3774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  <a:latin typeface="Calibri"/>
              </a:defRPr>
            </a:pPr>
            <a:r>
              <a:t>📋 Jira IRV4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Separates Board für IR-Sensor (IRV4)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Automatischer Abruf von Issues &amp; Stories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Time-Tracking für Zeitablauf-Dokumentation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In wenigen Tagen: Aussagen zum Zeitverbrauch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Integration mit AI-Entwicklungspipeline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3774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C3FF"/>
                </a:solidFill>
                <a:latin typeface="Calibri"/>
              </a:defRPr>
            </a:pPr>
            <a:r>
              <a:t>🖥️ Virtual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Ubuntu 26.04 Server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4 CPUs / 32 GB RAM / ~80 GB (dynamisch)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Automatische Jira-Ticket-Vorbereitung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Analog zum BorgOS-Setup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Auf einem der vorhandenen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🎯 Ziel der Infrastruktur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Nicht mehr alles händisch verwalten → Automatisierung durch AI-Pipeline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Jira als Single Source of Truth für Tasks, Fortschritt &amp; Zeit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VM als Automatisierungs-Engine für Ticket-Preparation &amp; BorgOS-Integration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Sichtbarkeit für die Projektleitung: Echtzeit-Status &amp; Time-Tracking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Team-Unterstützung &amp; Knowledge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0F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C40F"/>
                </a:solidFill>
                <a:latin typeface="Calibri"/>
              </a:defRPr>
            </a:pPr>
            <a:r>
              <a:t>🧠 Knowledge-Experten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Norbert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Datenblätter analysieren &amp; zerlegen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Anforderungs-Review &amp; Design-Review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🔧 Feldunterstützung (BaLi)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Tobias Lippe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Lukas Igges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Lukas Dreier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Unterstützung bei Gelegenheit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🔄 Parallelarbeit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MAX Richter: LIN-BUS Problem (parallel, eigenständig)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Norbert &amp; Kevin: On-demand Knowledge (Datenblätter, Reviews)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BaLi-Team: Messaufbau-Unterstützung bei Gelegenheit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Hauptverantwortung &amp; Entwicklung: Ich (allein) → Organisation ist Schlüssel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Messaufbau Kamen — Außenfeld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0FC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C3FF"/>
                </a:solidFill>
                <a:latin typeface="Calibri"/>
              </a:defRPr>
            </a:pPr>
            <a:r>
              <a:t>📍 Kontext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Verschattungsproblem ist im Labor mit IR-LED nicht zuverlässig reproduzierbar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Annahme: Im Freifeld (Sommer) lässt sich das Problem zuverlässig nachstellen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Messaufbau in Kamen erforderlich, sobald erste Messdaten empfangen werden können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Abhängigkeit: Messmodi TIM, Greyscale, UDN müssen zuerst funktionieren</a:t>
            </a:r>
          </a:p>
          <a:p>
            <a:pPr>
              <a:spcAft>
                <a:spcPts val="600"/>
              </a:spcAft>
              <a:defRPr sz="17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Unterstützung vor Ort durch BaLi-Team (Lippe, Igges, Dreier) bei Gelegenheit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1C40F"/>
                </a:solidFill>
                <a:latin typeface="Calibri"/>
              </a:defRPr>
            </a:pPr>
            <a:r>
              <a:t>⏱️ Voraussetzungen für den Messaufbau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  <a:buChar char="▸"/>
              <a:buClr>
                <a:srgbClr val="F1C40F"/>
              </a:buClr>
            </a:pPr>
            <a:r>
              <a:t>✓ Logging-Infrastruktur stabil  →  ✓ EPC611-Abstürze behoben  →  ✓ Messmodi funktionierend  →  📍 Außenfeld-Messung Kamen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Nächste Schritte &amp; Projektplan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94560"/>
                </a:solidFill>
                <a:latin typeface="Calibri"/>
              </a:defRPr>
            </a:pPr>
            <a:r>
              <a:t>Sofort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137160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Jira IRV4 Board einrichten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VM (Ubuntu 26.04) provisionieren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AI-Pipeline konfigurieren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Design-Phase starten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94560"/>
              </a:buClr>
            </a:pPr>
            <a:r>
              <a:t>Logging-Infrastruktur aufsetzen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29184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Calibri"/>
              </a:defRPr>
            </a:pPr>
            <a:r>
              <a:t>Kurzfristig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240280"/>
            <a:ext cx="1371600" cy="50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67E22"/>
              </a:buClr>
            </a:pPr>
            <a:r>
              <a:t>EPC611-Root-Cause analysieren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67E22"/>
              </a:buClr>
            </a:pPr>
            <a:r>
              <a:t>EPC611-Absturz beheben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67E22"/>
              </a:buClr>
            </a:pPr>
            <a:r>
              <a:t>Messmodi TIM/Greyscale/UDN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67E22"/>
              </a:buClr>
            </a:pPr>
            <a:r>
              <a:t>EEPROM + CAN Logging operational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E67E22"/>
              </a:buClr>
            </a:pPr>
            <a:r>
              <a:t>Design-Review mit Kevin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Mittelfristig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240280"/>
            <a:ext cx="13716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Messaufbau Kamen (Außenfeld)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Verschattungsproblem angehen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LIN-BUS (MAX Richter parallel)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Feldtests im Sommer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  <a:buChar char="▸"/>
              <a:buClr>
                <a:srgbClr val="2ECC71"/>
              </a:buClr>
            </a:pPr>
            <a:r>
              <a:t>Projektplan finalisieren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📌 Projektplan folgt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Detaillierter Projektplan mit Meilensteinen wird erstellt, sobald ich mich intensiver mit den einzelnen Aufgaben beschäftigen konnte.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32720" cy="50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4 Kernprobleme identifiziert &amp; priorisiert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Klare Arbeitsreihenfolge: Logging → Stabilität → Messmodi → Feldtests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AI-gestützte Entwicklung für effiziente Ein-Personen-Arbeit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Infrastruktur: Jira IRV4 + VM für Automatisierung &amp; Tracking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Knowledge-Experten &amp; Feldunterstützung verfügbar</a:t>
            </a:r>
          </a:p>
          <a:p>
            <a:pPr>
              <a:spcAft>
                <a:spcPts val="1200"/>
              </a:spcAft>
              <a:defRPr sz="2000">
                <a:solidFill>
                  <a:srgbClr val="CCCCCC"/>
                </a:solidFill>
                <a:latin typeface="Calibri"/>
              </a:defRPr>
              <a:buChar char="▸"/>
              <a:buClr>
                <a:srgbClr val="0FC3FF"/>
              </a:buClr>
            </a:pPr>
            <a:r>
              <a:t>Projektplan folgt nach intensiver Aufgabenanalyse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